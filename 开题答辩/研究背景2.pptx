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14ff76a-b19b-47c7-bad2-d559e23479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98448" y="1005840"/>
            <a:ext cx="4251960" cy="1508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80160" y="2697480"/>
            <a:ext cx="4407408" cy="2331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5102352"/>
            <a:ext cx="4443984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05856" y="969264"/>
            <a:ext cx="5943600" cy="566928"/>
          </a:xfrm>
          <a:prstGeom prst="rect">
            <a:avLst/>
          </a:prstGeom>
          <a:solidFill>
            <a:srgbClr val="02111C"/>
          </a:solidFill>
          <a:ln w="12700">
            <a:solidFill>
              <a:srgbClr val="02111C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1700784"/>
            <a:ext cx="868680" cy="1207008"/>
          </a:xfrm>
          <a:prstGeom prst="rect">
            <a:avLst/>
          </a:prstGeom>
          <a:solidFill>
            <a:srgbClr val="02131F"/>
          </a:solidFill>
          <a:ln w="12700">
            <a:solidFill>
              <a:srgbClr val="02131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79792" y="1700784"/>
            <a:ext cx="1005840" cy="1243584"/>
          </a:xfrm>
          <a:prstGeom prst="rect">
            <a:avLst/>
          </a:prstGeom>
          <a:solidFill>
            <a:srgbClr val="02131F"/>
          </a:solidFill>
          <a:ln w="12700">
            <a:solidFill>
              <a:srgbClr val="02131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87968" y="2340864"/>
            <a:ext cx="1225296" cy="658368"/>
          </a:xfrm>
          <a:prstGeom prst="rect">
            <a:avLst/>
          </a:prstGeom>
          <a:solidFill>
            <a:srgbClr val="02131F"/>
          </a:solidFill>
          <a:ln w="12700">
            <a:solidFill>
              <a:srgbClr val="02131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79024" y="2322576"/>
            <a:ext cx="1042416" cy="749808"/>
          </a:xfrm>
          <a:prstGeom prst="rect">
            <a:avLst/>
          </a:prstGeom>
          <a:solidFill>
            <a:srgbClr val="02131F"/>
          </a:solidFill>
          <a:ln w="12700">
            <a:solidFill>
              <a:srgbClr val="02131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50608" y="3493008"/>
            <a:ext cx="2560320" cy="292608"/>
          </a:xfrm>
          <a:prstGeom prst="rect">
            <a:avLst/>
          </a:prstGeom>
          <a:solidFill>
            <a:srgbClr val="02121D"/>
          </a:solidFill>
          <a:ln w="12700">
            <a:solidFill>
              <a:srgbClr val="02121D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97880" y="4261104"/>
            <a:ext cx="5623560" cy="256032"/>
          </a:xfrm>
          <a:prstGeom prst="rect">
            <a:avLst/>
          </a:prstGeom>
          <a:solidFill>
            <a:srgbClr val="02121D"/>
          </a:solidFill>
          <a:ln w="12700">
            <a:solidFill>
              <a:srgbClr val="02121D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69480" y="5065776"/>
            <a:ext cx="2788920" cy="384048"/>
          </a:xfrm>
          <a:prstGeom prst="rect">
            <a:avLst/>
          </a:prstGeom>
          <a:solidFill>
            <a:srgbClr val="11263C"/>
          </a:solidFill>
          <a:ln w="12700">
            <a:solidFill>
              <a:srgbClr val="11263C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5449824"/>
            <a:ext cx="5321808" cy="566928"/>
          </a:xfrm>
          <a:prstGeom prst="rect">
            <a:avLst/>
          </a:prstGeom>
          <a:solidFill>
            <a:srgbClr val="11263C"/>
          </a:solidFill>
          <a:ln w="12700">
            <a:solidFill>
              <a:srgbClr val="11263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6217920"/>
            <a:ext cx="3163824" cy="310896"/>
          </a:xfrm>
          <a:prstGeom prst="rect">
            <a:avLst/>
          </a:prstGeom>
          <a:solidFill>
            <a:srgbClr val="11263C"/>
          </a:solidFill>
          <a:ln w="12700">
            <a:solidFill>
              <a:srgbClr val="1126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097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研究背景：为什么“电力看经济”重要、难做，但现在可做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353312" y="1069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D6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经济趋势分析为什么重要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17320" y="1426464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经济研判关系到政府决策、产业运行监测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和电网运行安排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传统经济指标发布滞后、频度较低，难以支撑及时分析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需要更高频、更客观、更连续的经济观测方式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1353312" y="2862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D6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为什么这件事难，为什么电力值得看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26464" y="3255264"/>
            <a:ext cx="4069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难点：电量变化同时受天气、节假日、电价、产业结构、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新能源波动等多重因素影响，真实经济信号易被掩盖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传统方法多依赖单一数据源和简单相关分析，能看到波动，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却难分清原因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电力数据具有高频、连续、覆盖广、客观真实等优势，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能更早反映生产经营活动变化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因此，电力是观察经济运行的“高频体温计”，关键在于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把经济信号从非经济扰动中剥离出来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1353312" y="52395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D6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为什么AI适合解决这个问题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426464" y="555955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AI擅长处理多源异构数据融合和非线性复杂关系建模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知识增强方法有助于将行业规律、政策信息、专家经验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纳入分析过程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大模型适合承担归因解释、报告生成和问答交互等任务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AI并非替代传统分析，而是实现“解耦—归因—推理—生成”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的全流程增强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5861304" y="10789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经济活动变化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7370064" y="107899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用电行为变化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8833104" y="1078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电力数据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0140696" y="10789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提取经济信号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6099048" y="1783080"/>
            <a:ext cx="6949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企业生产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居民生活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消费需求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7552944" y="1773936"/>
            <a:ext cx="822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用电量变化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负荷曲线变化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行业用电结构变化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8961120" y="2395728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高频、连续、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覆盖广、客观真实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的用电数据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10533888" y="2377440"/>
            <a:ext cx="932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经济景气度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产业运行状况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需求变化趋势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223760" y="352958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主要干扰因素（导致识别困难）</a:t>
            </a:r>
            <a:endParaRPr lang="en-US" sz="1240" dirty="0"/>
          </a:p>
        </p:txBody>
      </p:sp>
      <p:sp>
        <p:nvSpPr>
          <p:cNvPr id="33" name="Text 30"/>
          <p:cNvSpPr/>
          <p:nvPr/>
        </p:nvSpPr>
        <p:spPr>
          <a:xfrm>
            <a:off x="5952744" y="42976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天气因素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7168896" y="42976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节假日因素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8357616" y="42976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电价变化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9381744" y="42976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新能源波动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10424160" y="42976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政策与事件</a:t>
            </a:r>
            <a:endParaRPr lang="en-US" sz="1080" dirty="0"/>
          </a:p>
        </p:txBody>
      </p:sp>
      <p:sp>
        <p:nvSpPr>
          <p:cNvPr id="38" name="Text 35"/>
          <p:cNvSpPr/>
          <p:nvPr/>
        </p:nvSpPr>
        <p:spPr>
          <a:xfrm>
            <a:off x="11466576" y="4297680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342632" y="5138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AI赋能：从数据到洞察的全流程增强</a:t>
            </a:r>
            <a:endParaRPr lang="en-US" sz="1240" dirty="0"/>
          </a:p>
        </p:txBody>
      </p:sp>
      <p:sp>
        <p:nvSpPr>
          <p:cNvPr id="40" name="Text 37"/>
          <p:cNvSpPr/>
          <p:nvPr/>
        </p:nvSpPr>
        <p:spPr>
          <a:xfrm>
            <a:off x="6492240" y="55412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特征解耦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（剥离干扰）</a:t>
            </a:r>
            <a:endParaRPr lang="en-US" sz="980" dirty="0"/>
          </a:p>
        </p:txBody>
      </p:sp>
      <p:sp>
        <p:nvSpPr>
          <p:cNvPr id="41" name="Text 38"/>
          <p:cNvSpPr/>
          <p:nvPr/>
        </p:nvSpPr>
        <p:spPr>
          <a:xfrm>
            <a:off x="8010144" y="55412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异常归因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（定位原因）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9528048" y="554126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知识推理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（理解经济含义）</a:t>
            </a:r>
            <a:endParaRPr lang="en-US" sz="980" dirty="0"/>
          </a:p>
        </p:txBody>
      </p:sp>
      <p:sp>
        <p:nvSpPr>
          <p:cNvPr id="43" name="Text 40"/>
          <p:cNvSpPr/>
          <p:nvPr/>
        </p:nvSpPr>
        <p:spPr>
          <a:xfrm>
            <a:off x="10991088" y="55412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结果生成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（报告/问答）</a:t>
            </a:r>
            <a:endParaRPr lang="en-US" sz="980" dirty="0"/>
          </a:p>
        </p:txBody>
      </p:sp>
      <p:sp>
        <p:nvSpPr>
          <p:cNvPr id="44" name="Text 41"/>
          <p:cNvSpPr/>
          <p:nvPr/>
        </p:nvSpPr>
        <p:spPr>
          <a:xfrm>
            <a:off x="7424928" y="627278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67C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更看得准  ·  说得清  ·  用得上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2026-04-21T07:28:48Z</dcterms:created>
  <dcterms:modified xsi:type="dcterms:W3CDTF">2026-04-21T07:28:48Z</dcterms:modified>
</cp:coreProperties>
</file>