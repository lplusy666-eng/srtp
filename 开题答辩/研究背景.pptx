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80" b="1">
                <a:solidFill>
                  <a:srgbClr val="FFFFFF"/>
                </a:solidFill>
                <a:latin typeface="Microsoft YaHei"/>
              </a:rPr>
              <a:t>研究背景：为什么“电力看经济”重要、难做，但现在可做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C8DCFF"/>
                </a:solidFill>
                <a:latin typeface="Microsoft YaHei"/>
              </a:rPr>
              <a:t>1. 经济趋势分析为什么重要</a:t>
            </a:r>
          </a:p>
          <a:p>
            <a:r>
              <a:rPr sz="1800">
                <a:solidFill>
                  <a:srgbClr val="C8DCFF"/>
                </a:solidFill>
                <a:latin typeface="Microsoft YaHei"/>
              </a:rPr>
              <a:t>传统经济指标滞后，难以支撑实时决策，需要高频观测手段</a:t>
            </a:r>
          </a:p>
          <a:p>
            <a:r>
              <a:rPr sz="1800">
                <a:solidFill>
                  <a:srgbClr val="C8DCFF"/>
                </a:solidFill>
                <a:latin typeface="Microsoft YaHei"/>
              </a:rPr>
              <a:t>2. 为什么难，为什么电力值得看</a:t>
            </a:r>
            <a:br/>
            <a:r>
              <a:rPr sz="1800">
                <a:solidFill>
                  <a:srgbClr val="C8DCFF"/>
                </a:solidFill>
                <a:latin typeface="Microsoft YaHei"/>
              </a:rPr>
              <a:t>电量受多因素干扰，但具有高频、连续、客观优势</a:t>
            </a:r>
          </a:p>
          <a:p>
            <a:r>
              <a:rPr sz="1800">
                <a:solidFill>
                  <a:srgbClr val="C8DCFF"/>
                </a:solidFill>
                <a:latin typeface="Microsoft YaHei"/>
              </a:rPr>
              <a:t>3. 为什么AI适合</a:t>
            </a:r>
            <a:br/>
            <a:r>
              <a:rPr sz="1800">
                <a:solidFill>
                  <a:srgbClr val="C8DCFF"/>
                </a:solidFill>
                <a:latin typeface="Microsoft YaHei"/>
              </a:rPr>
              <a:t>AI可实现多源融合、解耦分析与智能推理</a:t>
            </a:r>
          </a:p>
        </p:txBody>
      </p:sp>
      <p:pic>
        <p:nvPicPr>
          <p:cNvPr id="4" name="Picture 3" descr="a_dark_black_and_deep_blue_academic_slide_or_inf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97280"/>
            <a:ext cx="3657600" cy="205972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