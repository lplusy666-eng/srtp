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-264160" y="-741045"/>
            <a:ext cx="12942570" cy="817054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-264160" y="-740410"/>
            <a:ext cx="12942570" cy="8169910"/>
          </a:xfrm>
          <a:prstGeom prst="rect">
            <a:avLst/>
          </a:prstGeom>
          <a:gradFill flip="none" rotWithShape="1">
            <a:gsLst>
              <a:gs pos="50900">
                <a:srgbClr val="0070C0">
                  <a:alpha val="0"/>
                </a:srgbClr>
              </a:gs>
              <a:gs pos="0">
                <a:srgbClr val="0070C0">
                  <a:alpha val="0"/>
                </a:srgbClr>
              </a:gs>
              <a:gs pos="100000">
                <a:srgbClr val="0070C0">
                  <a:alpha val="40000"/>
                </a:srgbClr>
              </a:gs>
            </a:gsLst>
            <a:lin ang="2700000" scaled="0"/>
            <a:tileRect/>
          </a:gra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Arial Unicode MS</vt:lpstr>
      <vt:lpstr>Calibri</vt:lpstr>
      <vt:lpstr>微软雅黑</vt:lpstr>
      <vt:lpstr>思源黑体</vt:lpstr>
      <vt:lpstr>演示创黑FLY Heavy</vt:lpstr>
      <vt:lpstr>黑体</vt:lpstr>
      <vt:lpstr>Noto Sans CJK SC</vt:lpstr>
      <vt:lpstr>AMGDT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李佳昱</dc:creator>
  <cp:lastModifiedBy>李佳昱</cp:lastModifiedBy>
  <cp:revision>5</cp:revision>
  <dcterms:created xsi:type="dcterms:W3CDTF">2023-08-09T12:44:00Z</dcterms:created>
  <dcterms:modified xsi:type="dcterms:W3CDTF">2026-04-14T02:51:14Z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40947BEF554D4A09B783C1FE01CAA1B0_12</vt:lpwstr>
  </property>
</Properties>
</file>